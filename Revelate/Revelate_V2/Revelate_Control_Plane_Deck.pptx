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Revelate.co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Enterprise Control Plane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514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FE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governed data to governed decisions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product &amp; technology thesis for Revelate — beginning with AI governance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2026</a:t>
            </a:r>
            <a:pPr indent="0" marL="0">
              <a:buNone/>
            </a:pPr>
            <a:r>
              <a:rPr lang="en-US" sz="1100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Companion to the Strategic Concept Proposal (V2)     ·     DRAFT — For Discussion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READ ONE PAGE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thesis, in five lines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480974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— For Discussion Purposes Only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897880" y="48097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Revelate.co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we see.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Enterprises are about to spend on governing AI the way they spent a decade governing data — and Revelate already owns the engine that does it.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reframe.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an AI feature bolted on. Revelate positioning itself as the neutral control plane for how AI touches enterprise data — governance today, decisions tomorrow.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moat.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enforced in the request path, across clouds and tenants — a position few vendors can credibly match.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plan.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in three value-first stages with five engineers. Prove the wedge before scaling. Let validated revenue fund the pace.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977640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prize.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second budget (risk &amp; compliance), a second revenue stream (the governance plane), a stickier, higher-NRR, higher-valuation company.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platform, three product generations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480974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— For Discussion Purposes Only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897880" y="48097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Revelate.co</a:t>
            </a:r>
            <a:endParaRPr lang="en-US" sz="800" dirty="0"/>
          </a:p>
        </p:txBody>
      </p:sp>
      <p:pic>
        <p:nvPicPr>
          <p:cNvPr id="6" name="Image 0" descr="/sessions/relaxed-trusting-hypatia/mnt/outputs/dg_bigpi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234440"/>
            <a:ext cx="7040880" cy="36612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 — the business case, not the regulatory one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480974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— For Discussion Purposes Only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897880" y="48097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Revelate.co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2070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business curves are bending at once — and governance spend follows all four.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3977640" cy="804672"/>
          </a:xfrm>
          <a:prstGeom prst="roundRect">
            <a:avLst>
              <a:gd name="adj" fmla="val 9091"/>
            </a:avLst>
          </a:prstGeom>
          <a:solidFill>
            <a:srgbClr val="F7FAF9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8013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adoption is exploding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209397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and agents put in front of proprietary data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691640"/>
            <a:ext cx="3977640" cy="804672"/>
          </a:xfrm>
          <a:prstGeom prst="roundRect">
            <a:avLst>
              <a:gd name="adj" fmla="val 9091"/>
            </a:avLst>
          </a:prstGeom>
          <a:solidFill>
            <a:srgbClr val="F7FAF9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8013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spend is exploding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846320" y="209397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budgets created faster than the controls to govern them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624328"/>
            <a:ext cx="3977640" cy="804672"/>
          </a:xfrm>
          <a:prstGeom prst="roundRect">
            <a:avLst>
              <a:gd name="adj" fmla="val 9091"/>
            </a:avLst>
          </a:prstGeom>
          <a:solidFill>
            <a:srgbClr val="F7FAF9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273405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failures are exploding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85800" y="302666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answers, leaked data, unexplainable decisions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624328"/>
            <a:ext cx="3977640" cy="804672"/>
          </a:xfrm>
          <a:prstGeom prst="roundRect">
            <a:avLst>
              <a:gd name="adj" fmla="val 9091"/>
            </a:avLst>
          </a:prstGeom>
          <a:solidFill>
            <a:srgbClr val="F7FAF9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273405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expectations are exploding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846320" y="302666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how AI reached an answer is now demanded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65760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37490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 for Revelate:  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 part is already built. Revelate spent years assembling the enforcement substrate — entitlements, policy, lineage — that most entrants are only now trying to stand up. The market has finally caught up to capabilities the platform already has.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beliefs that drive this roadmap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480974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— For Discussion Purposes Only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897880" y="48097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Revelate.co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1207008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must be enforcement, not documentation.  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accrues to the layer that enforces in the request path — not the one that describes.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892808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should be data-centric, not model-centric.  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churn; data and its rules persist. Bind policy to data and every model inherits it.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578608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identity will matter as much as human identity.  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that queries data is a principal — authenticate, authorise, and audit it.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264408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</a:t>
            </a:r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lineage becomes decision lineage.  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audit object of the future is the decision, not the query.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950208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</a:t>
            </a:r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Neutral, cross-cloud enforcement compounds as AI fragments.  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neutral broker gains value precisely as enterprises go multi-model and multi-cloud.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3.1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will deliberately not do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480974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— For Discussion Purposes Only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897880" y="48097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Revelate.co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2070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is as much what you exclude. Five things are explicitly out of scope.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737360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" y="17373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1737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our own foundation model  — 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govern models; we do not compete with them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340864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" y="2340864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2340864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 with the cloud data platforms  — 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sit above Snowflake and Databricks, not against them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2944368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8368" y="2944368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294436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GRC platforms  — 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feed them evidence; they keep the workflow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3547872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" y="3547872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354787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data catalogs  — 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enforce where they describe, and integrate rather than displace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4151376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8368" y="4151376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43000" y="4151376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single-cloud  — 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neutrality across clouds is the entire point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existing vendors cannot own this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480974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— For Discussion Purposes Only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897880" y="48097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Revelate.co</a:t>
            </a:r>
            <a:endParaRPr lang="en-US" sz="800" dirty="0"/>
          </a:p>
        </p:txBody>
      </p:sp>
      <p:pic>
        <p:nvPicPr>
          <p:cNvPr id="6" name="Image 0" descr="/sessions/relaxed-trusting-hypatia/mnt/outputs/dg_competit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1760" y="1170432"/>
            <a:ext cx="3931920" cy="23591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43434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synthesis:  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Revelate holds a differentiated position — one few vendors can credibly match — combining a live, cross-cloud, multi-tenant enforcement engine with an AI-governance overlay on top of it.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architectural bet — governance in the request path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480974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— For Discussion Purposes Only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897880" y="48097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Revelate.co</a:t>
            </a:r>
            <a:endParaRPr lang="en-US" sz="800" dirty="0"/>
          </a:p>
        </p:txBody>
      </p:sp>
      <p:pic>
        <p:nvPicPr>
          <p:cNvPr id="6" name="Image 0" descr="/sessions/relaxed-trusting-hypatia/mnt/outputs/dg_requestpa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88720"/>
            <a:ext cx="7772400" cy="2642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policy on the data and enforce it at the gateway every request must pass through.  </a:t>
            </a:r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Model-centric governance is the wrong abstraction; correctness should not depend on which model is calling.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build — the executive problem each piece removes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480974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— For Discussion Purposes Only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897880" y="48097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Revelate.co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3977640" cy="3200400"/>
          </a:xfrm>
          <a:prstGeom prst="roundRect">
            <a:avLst>
              <a:gd name="adj" fmla="val 2286"/>
            </a:avLst>
          </a:prstGeom>
          <a:solidFill>
            <a:srgbClr val="F7FAF9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04088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 — the AI platform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04088" y="18745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AI gateway
</a:t>
            </a:r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“We can’t safely let AI touch production data.”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04088" y="2715768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Interrogation layer
</a:t>
            </a:r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“Users can’t get answers without an analyst.”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04088" y="3557016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Telemetry &amp; reliability
</a:t>
            </a:r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“We can’t see what AI did, or trust the data.”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3977640" cy="3200400"/>
          </a:xfrm>
          <a:prstGeom prst="roundRect">
            <a:avLst>
              <a:gd name="adj" fmla="val 2286"/>
            </a:avLst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64608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B — the governance overlay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64608" y="18745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access + provenance
</a:t>
            </a:r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“We can’t prove how an answer was produced.”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64608" y="2715768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&amp; guardrails
</a:t>
            </a:r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“PII and residency leak through AI.”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64608" y="3557016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&amp; attestation
</a:t>
            </a:r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“Audits are manual, slow, and frightening.”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staged plan — value-first, both tracks emerging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480974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— For Discussion Purposes Only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897880" y="48097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Revelate.co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" y="1371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67512" y="1600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Governed, auditable AI access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67512" y="219456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Proof: an agent answers on governed data, entitlements enforced, full audit trail.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Build: gateway, telemetry, access + provenance seed.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GTM: 2–3 FS/healthcare design partners.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2344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10712" y="1371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10712" y="1600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Auditable answers, repeatable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410712" y="219456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Proof: self-serve governed interrogation; first paid conversions; ISO 42001 readiness.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Build: interrogation, guardrails, policy enforcement.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GTM: convert to paid; add CRO/CISO; GRC design.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89320" y="12344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53912" y="1371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53912" y="1600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enterprise AI control tower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153912" y="219456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Proof: governance sold as a plane; attestation used in a real audit; insurance live.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Build: reliability, inventory/risk registry, attestation.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GTM: partner-led scale; marketplace co-sell.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economic model — a compounding flywheel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480974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— For Discussion Purposes Only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897880" y="48097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Revelate.co</a:t>
            </a:r>
            <a:endParaRPr lang="en-US" sz="800" dirty="0"/>
          </a:p>
        </p:txBody>
      </p:sp>
      <p:pic>
        <p:nvPicPr>
          <p:cNvPr id="6" name="Image 0" descr="/sessions/relaxed-trusting-hypatia/mnt/outputs/dg_flywhe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34440"/>
            <a:ext cx="4572000" cy="2651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212080" y="1417320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revenue line
</a:t>
            </a:r>
            <a:pPr indent="0" marL="0">
              <a:buNone/>
            </a:pPr>
            <a:r>
              <a:rPr lang="en-US" sz="1200" dirty="0">
                <a:solidFill>
                  <a:srgbClr val="00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ACV ↑  (a second budget pool)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212080" y="2020824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Consumption expansion
</a:t>
            </a:r>
            <a:pPr indent="0" marL="0">
              <a:buNone/>
            </a:pPr>
            <a:r>
              <a:rPr lang="en-US" sz="1200" dirty="0">
                <a:solidFill>
                  <a:srgbClr val="00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NRR ↑  (usage-led)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212080" y="2624328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Stickiness
</a:t>
            </a:r>
            <a:pPr indent="0" marL="0">
              <a:buNone/>
            </a:pPr>
            <a:r>
              <a:rPr lang="en-US" sz="1200" dirty="0">
                <a:solidFill>
                  <a:srgbClr val="00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retention ↑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212080" y="3227832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legal sign-off
</a:t>
            </a:r>
            <a:pPr indent="0" marL="0">
              <a:buNone/>
            </a:pPr>
            <a:r>
              <a:rPr lang="en-US" sz="1200" dirty="0">
                <a:solidFill>
                  <a:srgbClr val="00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Win-rate ↑, CAC ↓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212080" y="3831336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→ software
</a:t>
            </a:r>
            <a:pPr indent="0" marL="0">
              <a:buNone/>
            </a:pPr>
            <a:r>
              <a:rPr lang="en-US" sz="1200" dirty="0">
                <a:solidFill>
                  <a:srgbClr val="00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 ↑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212080" y="4434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targets to validate: governance attach 40–60%, ACV 1.5–2x where it attaches, NRR toward 130%+.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self-funding growth model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480974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— For Discussion Purposes Only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897880" y="48097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Revelate.co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2070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is bought with validated revenue, not headcount added ahead of proof. Each gate opens only on evidence.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81381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206240"/>
                <a:gridCol w="23774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 required to open 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unlocks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A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Today’s team of five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Funds Stage 1 and the start of Stage 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 1 — Demand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2–3 design partners actively using governed AI access, willing to pay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+1–2 engineers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 2 — Revenue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 paid conversions; governance attach at a premium; incremental-ARR threshold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+2–3 engineers to parallelise Stage 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 3 — Scale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Partner-sourced pipeline; validated second revenue stream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 the team; open further verticals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Markets &amp; buyers expand together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480974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— For Discussion Purposes Only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897880" y="48097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Revelate.co</a:t>
            </a:r>
            <a:endParaRPr lang="en-US" sz="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81381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114800"/>
                <a:gridCol w="173736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Industry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AI-governance wedge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A5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Financial services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risk lineage; credit, AML, trading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 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Healthcare &amp; life sci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PHI; clinical/FDA provenance; consent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 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Insurance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Underwriting/claims fairness (NAIC)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 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 &amp; advertising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 provenance; training-data rights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 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Energy &amp; utilities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Critical-infra; safety-critical audit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 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3977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the mandate grows, so does who signs: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02920" y="429768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F7FAF9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2920" y="4297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eng + CDO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331720" y="4297680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551176" y="429768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F7FAF9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551176" y="4297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AI Officer + CISO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379976" y="4297680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99432" y="429768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F7FAF9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599432" y="4297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Risk Officer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28232" y="4297680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647688" y="429768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ECFDF5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647688" y="4297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4E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Counsel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Partnerships escalate with the build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480974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— For Discussion Purposes Only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897880" y="48097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9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Revelate.co</a:t>
            </a:r>
            <a:endParaRPr lang="en-US" sz="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81381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572000"/>
                <a:gridCol w="16459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Partner type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Activates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A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 platforms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Snowflake, Databricks, AWS, GCP, Azure — neutral co-sell &amp; marketplace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 1 → 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GRC platforms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OneTrust, ServiceNow, Archer — Revelate as the evidence layer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 2 → 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Advisory / SI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Big 4 &amp; responsible-AI boutiques — ISO 42001 readiness, validation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 2 → 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Certification &amp; audit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Bodies &amp; auditors — audit-ready attestation; Revelate’s own ISO 42001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 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&amp; semantic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Anthropic; Cube/dbt — governed access, Revelate as broker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 1 → 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Revelate.co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executive thesis, backed by an executable plan.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25146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engineers are enough to prove the wedge; validated revenue buys the pace of everything after.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 in the vision · </a:t>
            </a:r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about the moat · </a:t>
            </a:r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disciplined about the resourcing.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B0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note on intent — this illustrates how I approach product strategy by connecting market evolution, architecture, execution sequencing, and business economics into one coherent plan. It is not a recommendation to pursue every element immediately.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Enterprise Control Plane</dc:title>
  <dc:subject>PptxGenJS Presentation</dc:subject>
  <dc:creator>Revelate</dc:creator>
  <cp:lastModifiedBy>Revelate</cp:lastModifiedBy>
  <cp:revision>1</cp:revision>
  <dcterms:created xsi:type="dcterms:W3CDTF">2026-07-06T14:15:56Z</dcterms:created>
  <dcterms:modified xsi:type="dcterms:W3CDTF">2026-07-06T14:15:56Z</dcterms:modified>
</cp:coreProperties>
</file>