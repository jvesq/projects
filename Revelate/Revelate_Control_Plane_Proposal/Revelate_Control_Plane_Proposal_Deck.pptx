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Control Plane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Proof-of-Concept Engagement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Statement of 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to: The Enterprise Control Plane Thesis, and the Strategic Concept Proposal (V2)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Engagement, Why Now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 already owns the enforcement engine enterprises are about to spend on governing AI. The Control Plane thesis lays out how that engine becomes the neutral control plane for AI — governance today, decision governance tomorrow. This proposal is the vehicle for proving Stage 1 of that plan.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7432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enforced in the request path, across clouds — a position few vendors can match.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37560" y="2514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27432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wedge with a small, embedded team before scaling. Validated revenue funds the pace.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27432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3246120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that proof: 3 people, 6 months, working inside Revelate's existing platform.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98280" y="2514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9448" y="27432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99448" y="3246120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budget, a second revenue stream, and evidence strong enough to raise 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 months — working from Revelate's existing codebase, alongside the current engineering team — deliver Stage 1's governed, auditable AI access capability, validate it with 2–3 design partners, and produce a complete AI product roadmap, PRD set, and go-to-market plan.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build track, not a separate skunkworks. New engineers extend Revelate's existing services directly — governance built into the platform layers as they're created, never retrofitted.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776472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65760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from the agreed start date, structured in three two-month phases.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919472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46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target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480060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signed design partners actively using governed AI access, with documented willingness to pay — the same “Gate 1” evidence threshold defined in the thesis.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Working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people, embedded in Revelate's existing engineering team — not an isolated project.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CFE8E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30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&amp; GTM Lead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AI product roadmap, writes every PRD in scope, builds the full GTM plan, runs the design-partner program, carries the narrative to partners and investors.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6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2130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 Build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3063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core proof points in Track A (platform) and Track B (governance overlay), pairing directly with Revelate's existing engineers.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6 months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2130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 Build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3063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 parallel with Engineer 1, focused first on the highest-value, highest-risk item: the governed AI gateway.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6 months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 — Product Build (AI Engineers)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narrow: the smallest set of capabilities that proves the wedge, per the thesis's own Stage 1 definition.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Executive problem it removes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Semantic layer (partner-first)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“Our AI keeps misreading what the data means.”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Governed AI gateway (MCP) — flagship proof point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“We can’t safely let AI touch production data.”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Telemetry foundation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“We have no idea what the AI actually did.”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AI access governance (seed)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“We don’t control which model touches what.”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Provenance &amp; audit records (seed)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“We can’t prove how an AI answer was produced.”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proof: a design-partner demo in which an AI agent answers a question on the partner's governed data — entitlements enforced, full audit trail attached.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 — Strategy &amp; GTM (Jason)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367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66160" y="163677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AI product roadmap, extending and detailing the thesis's three-stage plan.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PRD for every capability in scope, plus forward-looking PRDs for Stage 2/3.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5753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plan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5753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ICP, positioning &amp; messaging, pricing hypothesis, design-partner target list, launch plan.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16552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544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program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66160" y="45445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manage 2–3 partners across financial services and healthcare.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385816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5513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narrative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66160" y="55138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investor-facing narrative and data room built on the engagement's build and validation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6 Months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semantic layer and gateway skeleton. Finalize Stage 1 PRDs. Recruit design partners. Ship GTM plan v1.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41648" y="33832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CFE8E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Land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8056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governed AI gateway, telemetry, and access-governance seed. Onboard 2–3 design partners into active use.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36408" y="33832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Package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7532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audit-trail proof point. Document willingness-to-pay. Finalize Stage 2 PRDs. Assemble the fundraising data room.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— Exit Gate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is measured against the same evidence bar the thesis sets for unlocking the next stage of investment (“Gate 1”):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0370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signed design partners actively using governed AI access, with documented willingness to pay.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971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demo: an AI agent answers on governed data, entitlements enforced, full audit trail attached.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PRD set for every Stage 1 capability, plus drafts for Stage 2 and 3.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7091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go-to-market plan and an investor narrative ready to support a capital raise.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roles are Revelate employees, compensated on salary — base only, no payroll burden included. Engineer figures are ranges pending final leveling.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10896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Annual salary range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6-month cost range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AI Engineer — Junior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$80,000 – $120,000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$40,000 – $60,000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AI Engineer — Senior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$150,000 – $200,000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$75,000 – $100,000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Jason — AI Product &amp; GTM Lead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$300,000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$150,000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4015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Jason's $300,000 reflects a substantial discount to current market compensation.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 licenses (team, 6 mo.)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3749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$1,200/mo × 6 = $7,200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078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compute (Months 3–6)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40782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$2,000/mo × 4 = $8,000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4074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&amp; value-generation comp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4407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discussed — not in cash total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920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CFE8E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6-month cash cost: 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$280,200 – $325,200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equity / value-generation compensation, to be discussed separately.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002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exceeds a 3-person team in 6 months.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Stage 1 framing; A4–A6 and B3–B5 explicitly deferred.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002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education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19842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 must be convinced to pay for governance, not chat.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to existing governance language; recruit partners from Month 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existing team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 access to Revelate's codebase and people.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model, named points of contact, weekly sync from day 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02336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Build/GTM misalignment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2240" y="459028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GTM plan and PRDs without a working proof point are just documents.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5257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GTM tracks are sequenced to inform each other weekly.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11704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engagement start date and finalize commercial terms.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9222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engineer hiring or contracting for the two AI engineer roles.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32304"/>
            <a:ext cx="45720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4140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Revelate engineering points of contact for embedding.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initial design-partner target list across financial services and healthcare.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3A45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690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operationalizes the thesis already shared with Revelate leadership. It is scoped deliberately: prove the wedge with a small, embedded team; let validated demand and revenue — not headcount added ahead of proof — fund everything that follows.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Revelate.co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 Purposes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Revelate Control Plane — 6-Month POC Engagement Proposal</dc:title>
  <dc:subject>PptxGenJS Presentation</dc:subject>
  <dc:creator>Jason</dc:creator>
  <cp:lastModifiedBy>Jason</cp:lastModifiedBy>
  <cp:revision>1</cp:revision>
  <dcterms:created xsi:type="dcterms:W3CDTF">2026-07-10T13:00:35Z</dcterms:created>
  <dcterms:modified xsi:type="dcterms:W3CDTF">2026-07-10T13:00:35Z</dcterms:modified>
</cp:coreProperties>
</file>